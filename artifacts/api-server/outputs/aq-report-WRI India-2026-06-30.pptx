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 Articles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WRI India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Source %</c:v>
                </c:pt>
              </c:strCache>
            </c:strRef>
          </c:tx>
          <c:spPr>
            <a:solidFill>
              <a:srgbClr val="4CAF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WRI India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Cited %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WRI India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MEDIA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Media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3D8EF0">
              <a:alpha val="18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2026-03-08  →  2026-06-08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3218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Social Presence: 1 orgs (Serper)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Chetan Bhattacharji · Generated 2026-06-30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Output: WRI India Published 3 Pieces During Review Period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produced 3 articles on Indian air quality between 2026-03-08 and 2026-06-08. No comparative organization data available to establish relative publication volume.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Data-Specific Coverage: Zero Percent of WRI India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India's air quality coverage contained 0% data-specific articles during the four-month period. Of the 3 total pieces published, none incorporated original datasets or quantitative analysis.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Presence: WRI India Maintained Active Multi-Platform Distribution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5371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recorded a 10/10 social media presence score with 18 LinkedIn posts, 8 Instagram posts, 3 YouTube videos, and 1 X post. Times of India served as the top outlet for WRI India air quality coverage.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Press Analytics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11556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28432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28432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28432" y="1938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418320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1755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Times of India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38251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News API · 2026-06-30 · AQ-scoped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Ownership Map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8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 Kilns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Emitters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Power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 Air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relative article count per topic · Clustered by Claude Haiku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05 &amp;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Position &amp; Citation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1343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84048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— LLM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 Optimisation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each organisation cited when AI models answer AQ questions? Metric = raw LLM mentions.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data not collected this run.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OPENAI_KEY, PERPLEXITY_KEY, or GEMINI_KEY to enable LLM probing.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questions sent verbatim to GPT-4o mini, Perplexity Sonar, and Gemini 1.5 Flash. Metric = raw LLM mentions.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Engagement 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= (Likes + Replies + Reposts) / Views × 100, averaged across AQ posts per org. Sources: Serper web search (LinkedIn + X/Twitter) · X metrics via page text scrape.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4183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188720"/>
                <a:gridCol w="1188720"/>
                <a:gridCol w="118872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8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237.237%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1T/8I/18L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web search: site:linkedin.com/posts + site:x.com queries · X metrics extracted via Serper page text scrape · ER = (likes + replies + reposts) / views × 100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Media White-Space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the broader AQ media is covering that tracked orgs are absent from — narrative opportunities.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08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incentives and transport-based air quality 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covering vehicle scrapping incentives, EV policies, and transport sector interventions as direct mechanisms to reduce urban air pollution in India.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3 articles between June 2026 and April 2026 (New Delhi EV cash incentive scheme, Delhi EV policy announcement, transport-centered air quality strategy) with no WRI India engagement or analysis of policy effectiveness.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2606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WRI India could publish policy briefs evaluating the effectiveness of Delhi's $1,000 EV scrapping incentive, modeling transport emission reductions needed to meet air quality targets, or providing comparative analysis of EV policies across Indian cities.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03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794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impacts and vulnerable populations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reporting on specific health outcomes from air pollution including foetal growth disruption, child health impacts, ozone-related mortality, and accelerated aging in exposed populations.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4526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6 articles from March–June 2026 focusing on health endpoints (foetal growth disruption, child advocacy needs, ozone-driven deaths, aging acceleration) with no WRI India participation in health impact communication or vulnerable population analysis.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4892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WRI India could develop health equity briefs linking air quality exposure data to vulnerable populations (pregnant women, children, outdoor workers), or partner on child-focused air quality advocacy campaigns to amplify health narratives beyond environmental framing.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3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Press Analytics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90672"/>
            <a:ext cx="248717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 mentions×0.30)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517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structured, citation-ready explainer content on EV incentives and transport-based air quality solutions — including policy briefs, FAQs, and data snapshots — optimised for AI engine retrieval with clear headings, stats, and attributable quotes from WRI India experts.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has 0 AEO mentions despite a 10/10 social presence, meaning its expertise is invisible to AI-generated answers. The EV incentives and transport AQ white-space gap is an uncontested topic where WRI India's research credibility could quickly establish authority.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dedicated content series on health impacts of air pollution and vulnerable populations — targeting Times of India and regional outlets with data-led op-eds, spokesperson quotes, and shareable infographics — to claim ownership of this tracked white-space gap.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has zero topic concentration (no topics at 2+ mentions) and is absent from health-impact AQ conversations despite Times of India being its top outlet, a publication with mass reach to health-conscious urban audiences.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non-metro and rural air pollution media outreach programme, pitching regional-language publications and vernacular digital outlets with localised data on district-level AQ, to fill the non-metro white-space gap and diversify beyond the current single top outlet.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31012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India's media footprint is concentrated in Times of India with only 3 articles total, and non-metro air pollution is an uncontested white-space gap offering significant differentiation from metro-focused competitors.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3767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WRI India's strong social infrastructure (LI=18, IG=8, YT=3 videos) into a systematic cross-platform amplification engine — repurposing each new research output into platform-native formats (LinkedIn carousels, Instagram reels, YouTube explainers) to drive media pick-up and AEO citation signals.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40599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10/10 social presence score, WRI India has an audience distribution advantage that is not converting into media coverage (only 3 articles) or AEO mentions (0), indicating a content-to-amplification pipeline gap that can be fixed without new audience building.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 Media Intelligence — WRI India</dc:title>
  <dc:subject>PptxGenJS Presentation</dc:subject>
  <dc:creator>Emerald AI</dc:creator>
  <cp:lastModifiedBy>Emerald AI</cp:lastModifiedBy>
  <cp:revision>1</cp:revision>
  <dcterms:created xsi:type="dcterms:W3CDTF">2026-06-30T04:43:47Z</dcterms:created>
  <dcterms:modified xsi:type="dcterms:W3CDTF">2026-06-30T04:43:47Z</dcterms:modified>
</cp:coreProperties>
</file>